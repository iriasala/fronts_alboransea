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0B0370-DED5-4641-B643-7A62EED7100F}" v="22" dt="2025-12-16T17:03:46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2" y="4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A Iria (JRC-ISPRA)" userId="0a5786ad-eb1c-41e4-803c-306009b8f70c" providerId="ADAL" clId="{830B0370-DED5-4641-B643-7A62EED7100F}"/>
    <pc:docChg chg="undo custSel addSld delSld modSld">
      <pc:chgData name="SALA Iria (JRC-ISPRA)" userId="0a5786ad-eb1c-41e4-803c-306009b8f70c" providerId="ADAL" clId="{830B0370-DED5-4641-B643-7A62EED7100F}" dt="2025-12-16T17:04:42.097" v="637" actId="1037"/>
      <pc:docMkLst>
        <pc:docMk/>
      </pc:docMkLst>
      <pc:sldChg chg="add del">
        <pc:chgData name="SALA Iria (JRC-ISPRA)" userId="0a5786ad-eb1c-41e4-803c-306009b8f70c" providerId="ADAL" clId="{830B0370-DED5-4641-B643-7A62EED7100F}" dt="2025-12-16T16:09:03.634" v="2" actId="47"/>
        <pc:sldMkLst>
          <pc:docMk/>
          <pc:sldMk cId="1666278286" sldId="258"/>
        </pc:sldMkLst>
      </pc:sldChg>
      <pc:sldChg chg="addSp delSp modSp add mod">
        <pc:chgData name="SALA Iria (JRC-ISPRA)" userId="0a5786ad-eb1c-41e4-803c-306009b8f70c" providerId="ADAL" clId="{830B0370-DED5-4641-B643-7A62EED7100F}" dt="2025-12-16T17:04:42.097" v="637" actId="1037"/>
        <pc:sldMkLst>
          <pc:docMk/>
          <pc:sldMk cId="3564122722" sldId="259"/>
        </pc:sldMkLst>
        <pc:spChg chg="mod">
          <ac:chgData name="SALA Iria (JRC-ISPRA)" userId="0a5786ad-eb1c-41e4-803c-306009b8f70c" providerId="ADAL" clId="{830B0370-DED5-4641-B643-7A62EED7100F}" dt="2025-12-16T16:16:36.866" v="304" actId="1037"/>
          <ac:spMkLst>
            <pc:docMk/>
            <pc:sldMk cId="3564122722" sldId="259"/>
            <ac:spMk id="2" creationId="{A66E67C4-439B-0163-DA55-88D7D9C99719}"/>
          </ac:spMkLst>
        </pc:spChg>
        <pc:spChg chg="add mod">
          <ac:chgData name="SALA Iria (JRC-ISPRA)" userId="0a5786ad-eb1c-41e4-803c-306009b8f70c" providerId="ADAL" clId="{830B0370-DED5-4641-B643-7A62EED7100F}" dt="2025-12-16T16:15:43.608" v="276" actId="1038"/>
          <ac:spMkLst>
            <pc:docMk/>
            <pc:sldMk cId="3564122722" sldId="259"/>
            <ac:spMk id="7" creationId="{E8BAEE51-D6E1-A194-3564-82DEED31CE69}"/>
          </ac:spMkLst>
        </pc:spChg>
        <pc:spChg chg="mod">
          <ac:chgData name="SALA Iria (JRC-ISPRA)" userId="0a5786ad-eb1c-41e4-803c-306009b8f70c" providerId="ADAL" clId="{830B0370-DED5-4641-B643-7A62EED7100F}" dt="2025-12-16T17:04:42.097" v="637" actId="1037"/>
          <ac:spMkLst>
            <pc:docMk/>
            <pc:sldMk cId="3564122722" sldId="259"/>
            <ac:spMk id="10" creationId="{AF72ACA8-FE16-1767-4D1E-9F99789E55D7}"/>
          </ac:spMkLst>
        </pc:spChg>
        <pc:spChg chg="mod">
          <ac:chgData name="SALA Iria (JRC-ISPRA)" userId="0a5786ad-eb1c-41e4-803c-306009b8f70c" providerId="ADAL" clId="{830B0370-DED5-4641-B643-7A62EED7100F}" dt="2025-12-16T17:04:35.441" v="629" actId="403"/>
          <ac:spMkLst>
            <pc:docMk/>
            <pc:sldMk cId="3564122722" sldId="259"/>
            <ac:spMk id="11" creationId="{F213749A-E18E-306E-663B-13FEF9AEF843}"/>
          </ac:spMkLst>
        </pc:spChg>
        <pc:spChg chg="mod">
          <ac:chgData name="SALA Iria (JRC-ISPRA)" userId="0a5786ad-eb1c-41e4-803c-306009b8f70c" providerId="ADAL" clId="{830B0370-DED5-4641-B643-7A62EED7100F}" dt="2025-12-16T16:16:36.866" v="304" actId="1037"/>
          <ac:spMkLst>
            <pc:docMk/>
            <pc:sldMk cId="3564122722" sldId="259"/>
            <ac:spMk id="16" creationId="{7BDCF611-CDCF-C379-13FA-D0FEB17D7F63}"/>
          </ac:spMkLst>
        </pc:spChg>
        <pc:spChg chg="mod">
          <ac:chgData name="SALA Iria (JRC-ISPRA)" userId="0a5786ad-eb1c-41e4-803c-306009b8f70c" providerId="ADAL" clId="{830B0370-DED5-4641-B643-7A62EED7100F}" dt="2025-12-16T16:12:49.869" v="138" actId="1038"/>
          <ac:spMkLst>
            <pc:docMk/>
            <pc:sldMk cId="3564122722" sldId="259"/>
            <ac:spMk id="39" creationId="{BEED1433-6066-E416-281B-4B6DCDA8C138}"/>
          </ac:spMkLst>
        </pc:spChg>
        <pc:spChg chg="mod">
          <ac:chgData name="SALA Iria (JRC-ISPRA)" userId="0a5786ad-eb1c-41e4-803c-306009b8f70c" providerId="ADAL" clId="{830B0370-DED5-4641-B643-7A62EED7100F}" dt="2025-12-16T17:03:14.836" v="602" actId="1076"/>
          <ac:spMkLst>
            <pc:docMk/>
            <pc:sldMk cId="3564122722" sldId="259"/>
            <ac:spMk id="40" creationId="{959796C0-C44F-AD46-EC6A-EB9EAE5C928A}"/>
          </ac:spMkLst>
        </pc:spChg>
        <pc:picChg chg="mod">
          <ac:chgData name="SALA Iria (JRC-ISPRA)" userId="0a5786ad-eb1c-41e4-803c-306009b8f70c" providerId="ADAL" clId="{830B0370-DED5-4641-B643-7A62EED7100F}" dt="2025-12-16T16:15:12.537" v="240" actId="1036"/>
          <ac:picMkLst>
            <pc:docMk/>
            <pc:sldMk cId="3564122722" sldId="259"/>
            <ac:picMk id="4" creationId="{B5A7E806-ECB6-CE57-B52B-8FC046A6E839}"/>
          </ac:picMkLst>
        </pc:picChg>
        <pc:picChg chg="add mod ord modCrop">
          <ac:chgData name="SALA Iria (JRC-ISPRA)" userId="0a5786ad-eb1c-41e4-803c-306009b8f70c" providerId="ADAL" clId="{830B0370-DED5-4641-B643-7A62EED7100F}" dt="2025-12-16T16:12:10.299" v="107" actId="1038"/>
          <ac:picMkLst>
            <pc:docMk/>
            <pc:sldMk cId="3564122722" sldId="259"/>
            <ac:picMk id="5" creationId="{6043560E-DA32-5F31-9D04-2C95A98085FA}"/>
          </ac:picMkLst>
        </pc:picChg>
        <pc:picChg chg="add mod">
          <ac:chgData name="SALA Iria (JRC-ISPRA)" userId="0a5786ad-eb1c-41e4-803c-306009b8f70c" providerId="ADAL" clId="{830B0370-DED5-4641-B643-7A62EED7100F}" dt="2025-12-16T17:01:40.344" v="559" actId="1076"/>
          <ac:picMkLst>
            <pc:docMk/>
            <pc:sldMk cId="3564122722" sldId="259"/>
            <ac:picMk id="6" creationId="{488B5CA0-907E-1FDC-6AE7-F8926AFCAD93}"/>
          </ac:picMkLst>
        </pc:picChg>
        <pc:picChg chg="del">
          <ac:chgData name="SALA Iria (JRC-ISPRA)" userId="0a5786ad-eb1c-41e4-803c-306009b8f70c" providerId="ADAL" clId="{830B0370-DED5-4641-B643-7A62EED7100F}" dt="2025-12-16T16:09:58.695" v="3" actId="478"/>
          <ac:picMkLst>
            <pc:docMk/>
            <pc:sldMk cId="3564122722" sldId="259"/>
            <ac:picMk id="13" creationId="{0E7BC0EF-0E4E-E2D7-9918-469A15548FDB}"/>
          </ac:picMkLst>
        </pc:picChg>
        <pc:picChg chg="add del mod">
          <ac:chgData name="SALA Iria (JRC-ISPRA)" userId="0a5786ad-eb1c-41e4-803c-306009b8f70c" providerId="ADAL" clId="{830B0370-DED5-4641-B643-7A62EED7100F}" dt="2025-12-16T16:17:24.958" v="312" actId="478"/>
          <ac:picMkLst>
            <pc:docMk/>
            <pc:sldMk cId="3564122722" sldId="259"/>
            <ac:picMk id="14" creationId="{87A888F0-EDD4-6565-2066-81CE8AD82D55}"/>
          </ac:picMkLst>
        </pc:picChg>
        <pc:picChg chg="add del mod">
          <ac:chgData name="SALA Iria (JRC-ISPRA)" userId="0a5786ad-eb1c-41e4-803c-306009b8f70c" providerId="ADAL" clId="{830B0370-DED5-4641-B643-7A62EED7100F}" dt="2025-12-16T16:17:38.828" v="316" actId="478"/>
          <ac:picMkLst>
            <pc:docMk/>
            <pc:sldMk cId="3564122722" sldId="259"/>
            <ac:picMk id="19" creationId="{820B701E-F296-948F-110A-90C9A6662BE7}"/>
          </ac:picMkLst>
        </pc:picChg>
        <pc:picChg chg="add del mod">
          <ac:chgData name="SALA Iria (JRC-ISPRA)" userId="0a5786ad-eb1c-41e4-803c-306009b8f70c" providerId="ADAL" clId="{830B0370-DED5-4641-B643-7A62EED7100F}" dt="2025-12-16T16:36:25.774" v="320" actId="478"/>
          <ac:picMkLst>
            <pc:docMk/>
            <pc:sldMk cId="3564122722" sldId="259"/>
            <ac:picMk id="21" creationId="{6D7205F3-1EA4-42FA-AD27-94DAA29E3037}"/>
          </ac:picMkLst>
        </pc:picChg>
        <pc:picChg chg="mod">
          <ac:chgData name="SALA Iria (JRC-ISPRA)" userId="0a5786ad-eb1c-41e4-803c-306009b8f70c" providerId="ADAL" clId="{830B0370-DED5-4641-B643-7A62EED7100F}" dt="2025-12-16T16:15:12.537" v="240" actId="1036"/>
          <ac:picMkLst>
            <pc:docMk/>
            <pc:sldMk cId="3564122722" sldId="259"/>
            <ac:picMk id="22" creationId="{E98C9721-3DF7-E622-F4F7-4CF5C4547FD5}"/>
          </ac:picMkLst>
        </pc:picChg>
        <pc:picChg chg="add del mod">
          <ac:chgData name="SALA Iria (JRC-ISPRA)" userId="0a5786ad-eb1c-41e4-803c-306009b8f70c" providerId="ADAL" clId="{830B0370-DED5-4641-B643-7A62EED7100F}" dt="2025-12-16T16:44:09.911" v="324" actId="22"/>
          <ac:picMkLst>
            <pc:docMk/>
            <pc:sldMk cId="3564122722" sldId="259"/>
            <ac:picMk id="24" creationId="{063F8E96-0F9D-A2CB-2AED-EC1B73C4F856}"/>
          </ac:picMkLst>
        </pc:picChg>
        <pc:picChg chg="add del mod">
          <ac:chgData name="SALA Iria (JRC-ISPRA)" userId="0a5786ad-eb1c-41e4-803c-306009b8f70c" providerId="ADAL" clId="{830B0370-DED5-4641-B643-7A62EED7100F}" dt="2025-12-16T16:57:06.101" v="383" actId="478"/>
          <ac:picMkLst>
            <pc:docMk/>
            <pc:sldMk cId="3564122722" sldId="259"/>
            <ac:picMk id="26" creationId="{A7A4B4BD-81AE-DF0F-3643-C23999C86304}"/>
          </ac:picMkLst>
        </pc:picChg>
        <pc:picChg chg="del">
          <ac:chgData name="SALA Iria (JRC-ISPRA)" userId="0a5786ad-eb1c-41e4-803c-306009b8f70c" providerId="ADAL" clId="{830B0370-DED5-4641-B643-7A62EED7100F}" dt="2025-12-16T16:10:01.990" v="4" actId="478"/>
          <ac:picMkLst>
            <pc:docMk/>
            <pc:sldMk cId="3564122722" sldId="259"/>
            <ac:picMk id="27" creationId="{17A358CE-9666-F1D9-BEBD-597770EB4776}"/>
          </ac:picMkLst>
        </pc:picChg>
        <pc:picChg chg="add mod">
          <ac:chgData name="SALA Iria (JRC-ISPRA)" userId="0a5786ad-eb1c-41e4-803c-306009b8f70c" providerId="ADAL" clId="{830B0370-DED5-4641-B643-7A62EED7100F}" dt="2025-12-16T16:57:03.238" v="382"/>
          <ac:picMkLst>
            <pc:docMk/>
            <pc:sldMk cId="3564122722" sldId="259"/>
            <ac:picMk id="29" creationId="{F458BCA2-97D7-0BDE-52F6-6666B13D365C}"/>
          </ac:picMkLst>
        </pc:picChg>
        <pc:picChg chg="add mod modCrop">
          <ac:chgData name="SALA Iria (JRC-ISPRA)" userId="0a5786ad-eb1c-41e4-803c-306009b8f70c" providerId="ADAL" clId="{830B0370-DED5-4641-B643-7A62EED7100F}" dt="2025-12-16T17:00:03.293" v="432" actId="1036"/>
          <ac:picMkLst>
            <pc:docMk/>
            <pc:sldMk cId="3564122722" sldId="259"/>
            <ac:picMk id="31" creationId="{63483290-892F-45A8-7FDC-2EB454C71ECA}"/>
          </ac:picMkLst>
        </pc:picChg>
        <pc:picChg chg="add mod">
          <ac:chgData name="SALA Iria (JRC-ISPRA)" userId="0a5786ad-eb1c-41e4-803c-306009b8f70c" providerId="ADAL" clId="{830B0370-DED5-4641-B643-7A62EED7100F}" dt="2025-12-16T17:00:46.675" v="526" actId="1036"/>
          <ac:picMkLst>
            <pc:docMk/>
            <pc:sldMk cId="3564122722" sldId="259"/>
            <ac:picMk id="32" creationId="{C8500254-7614-CD4C-59EF-E7A261F42A77}"/>
          </ac:picMkLst>
        </pc:picChg>
        <pc:picChg chg="add mod">
          <ac:chgData name="SALA Iria (JRC-ISPRA)" userId="0a5786ad-eb1c-41e4-803c-306009b8f70c" providerId="ADAL" clId="{830B0370-DED5-4641-B643-7A62EED7100F}" dt="2025-12-16T17:01:51.576" v="564" actId="1076"/>
          <ac:picMkLst>
            <pc:docMk/>
            <pc:sldMk cId="3564122722" sldId="259"/>
            <ac:picMk id="33" creationId="{053AC4DD-12D9-5A85-E197-5A20B90D4321}"/>
          </ac:picMkLst>
        </pc:picChg>
        <pc:picChg chg="add mod">
          <ac:chgData name="SALA Iria (JRC-ISPRA)" userId="0a5786ad-eb1c-41e4-803c-306009b8f70c" providerId="ADAL" clId="{830B0370-DED5-4641-B643-7A62EED7100F}" dt="2025-12-16T17:00:57.424" v="532" actId="1036"/>
          <ac:picMkLst>
            <pc:docMk/>
            <pc:sldMk cId="3564122722" sldId="259"/>
            <ac:picMk id="34" creationId="{BB941F67-870D-C0EC-3E08-8667025F663B}"/>
          </ac:picMkLst>
        </pc:picChg>
        <pc:picChg chg="add mod">
          <ac:chgData name="SALA Iria (JRC-ISPRA)" userId="0a5786ad-eb1c-41e4-803c-306009b8f70c" providerId="ADAL" clId="{830B0370-DED5-4641-B643-7A62EED7100F}" dt="2025-12-16T17:02:10.925" v="570" actId="688"/>
          <ac:picMkLst>
            <pc:docMk/>
            <pc:sldMk cId="3564122722" sldId="259"/>
            <ac:picMk id="35" creationId="{5E5F1326-586C-8D76-3187-ADF4755A3825}"/>
          </ac:picMkLst>
        </pc:picChg>
        <pc:picChg chg="add mod">
          <ac:chgData name="SALA Iria (JRC-ISPRA)" userId="0a5786ad-eb1c-41e4-803c-306009b8f70c" providerId="ADAL" clId="{830B0370-DED5-4641-B643-7A62EED7100F}" dt="2025-12-16T17:02:00.241" v="567" actId="1076"/>
          <ac:picMkLst>
            <pc:docMk/>
            <pc:sldMk cId="3564122722" sldId="259"/>
            <ac:picMk id="36" creationId="{EDB2F38A-391B-AF57-F695-3EA5F8E3D675}"/>
          </ac:picMkLst>
        </pc:picChg>
        <pc:picChg chg="add mod">
          <ac:chgData name="SALA Iria (JRC-ISPRA)" userId="0a5786ad-eb1c-41e4-803c-306009b8f70c" providerId="ADAL" clId="{830B0370-DED5-4641-B643-7A62EED7100F}" dt="2025-12-16T17:02:05.217" v="569" actId="1076"/>
          <ac:picMkLst>
            <pc:docMk/>
            <pc:sldMk cId="3564122722" sldId="259"/>
            <ac:picMk id="37" creationId="{50663C2A-000A-F9B0-CD55-242E5884F78A}"/>
          </ac:picMkLst>
        </pc:picChg>
        <pc:picChg chg="add mod">
          <ac:chgData name="SALA Iria (JRC-ISPRA)" userId="0a5786ad-eb1c-41e4-803c-306009b8f70c" providerId="ADAL" clId="{830B0370-DED5-4641-B643-7A62EED7100F}" dt="2025-12-16T17:02:58.095" v="594" actId="688"/>
          <ac:picMkLst>
            <pc:docMk/>
            <pc:sldMk cId="3564122722" sldId="259"/>
            <ac:picMk id="38" creationId="{52E02522-A813-9B4C-AE26-2DB38FF0B419}"/>
          </ac:picMkLst>
        </pc:picChg>
        <pc:picChg chg="add mod">
          <ac:chgData name="SALA Iria (JRC-ISPRA)" userId="0a5786ad-eb1c-41e4-803c-306009b8f70c" providerId="ADAL" clId="{830B0370-DED5-4641-B643-7A62EED7100F}" dt="2025-12-16T17:03:02.176" v="599" actId="688"/>
          <ac:picMkLst>
            <pc:docMk/>
            <pc:sldMk cId="3564122722" sldId="259"/>
            <ac:picMk id="42" creationId="{0DDFD18E-E9A3-9950-A057-A35143A5B32D}"/>
          </ac:picMkLst>
        </pc:picChg>
        <pc:picChg chg="add mod">
          <ac:chgData name="SALA Iria (JRC-ISPRA)" userId="0a5786ad-eb1c-41e4-803c-306009b8f70c" providerId="ADAL" clId="{830B0370-DED5-4641-B643-7A62EED7100F}" dt="2025-12-16T17:04:03.500" v="621" actId="688"/>
          <ac:picMkLst>
            <pc:docMk/>
            <pc:sldMk cId="3564122722" sldId="259"/>
            <ac:picMk id="43" creationId="{85B8BD59-D510-C907-1D85-DEDC6DDD8E7E}"/>
          </ac:picMkLst>
        </pc:picChg>
        <pc:picChg chg="add mod">
          <ac:chgData name="SALA Iria (JRC-ISPRA)" userId="0a5786ad-eb1c-41e4-803c-306009b8f70c" providerId="ADAL" clId="{830B0370-DED5-4641-B643-7A62EED7100F}" dt="2025-12-16T17:04:00.255" v="619" actId="1076"/>
          <ac:picMkLst>
            <pc:docMk/>
            <pc:sldMk cId="3564122722" sldId="259"/>
            <ac:picMk id="44" creationId="{07E5DA6F-52EB-890B-690B-DAEB6BB28957}"/>
          </ac:picMkLst>
        </pc:picChg>
        <pc:picChg chg="add mod">
          <ac:chgData name="SALA Iria (JRC-ISPRA)" userId="0a5786ad-eb1c-41e4-803c-306009b8f70c" providerId="ADAL" clId="{830B0370-DED5-4641-B643-7A62EED7100F}" dt="2025-12-16T17:03:58.876" v="618" actId="1076"/>
          <ac:picMkLst>
            <pc:docMk/>
            <pc:sldMk cId="3564122722" sldId="259"/>
            <ac:picMk id="45" creationId="{5F2196DA-EDF0-4EAF-B154-0CDDE52F10A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4C6A-903F-46BC-8709-6A75FC6D4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224C6-98FF-4671-BE67-4B5335017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4E5C4-D148-4FE9-8248-A782896C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F19B-4200-432E-B1D2-E7C5BE0055EF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3CC39-01F5-4EC3-9B87-4ACA19D3D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7905F-2E45-407C-836D-2A63ABBF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8480-F969-4B4D-BC93-17DA51188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353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69B3A-517B-4552-B5CB-80581499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1ACDF-2B6C-44ED-B2EF-FF303C72B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A913B-3F94-4DBD-A033-C2B87311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F19B-4200-432E-B1D2-E7C5BE0055EF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53562-B502-4F29-B21D-8E1551FC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2017F-21D7-4742-9439-9A8EA9DD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8480-F969-4B4D-BC93-17DA51188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23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BDAAC-FCED-471D-B9B6-427D69E8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7E26A-9D6F-49BC-A323-6961705BA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70D3-239E-41EF-855D-FD629B1B8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F19B-4200-432E-B1D2-E7C5BE0055EF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B3D86-22EF-4F45-8897-9FF9A6937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ECE72-6E45-464B-923D-7AD99D09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8480-F969-4B4D-BC93-17DA51188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74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AB16F-6A07-479A-93F7-FB97AEE1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2B7F1-BF27-4F21-9C26-02BB6CDBBC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DAE75-24D9-42F1-B5E4-1CFF1C00C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D5337-41D1-41E5-9CDE-309285C54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F19B-4200-432E-B1D2-E7C5BE0055EF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0BD14-CF96-4E6B-9F49-186B1096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926BF-1DA2-4E29-90BB-CDE029C5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8480-F969-4B4D-BC93-17DA51188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4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864A6-6903-41B8-B701-6586B5FE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98FDE-36B2-4B4C-85E1-2CC85C0FB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A5F8F-315D-476C-9275-0AF08BC92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9D7C6-39B1-48EC-A94E-AE489273B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9191A7-10B2-4D1F-8BE7-BDCF3598D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DFFF0-FE4F-4520-B33E-2D18152B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F19B-4200-432E-B1D2-E7C5BE0055EF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BC1EF-9BFF-4324-B517-8FEC24F1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54F02D-E330-4BAE-BCBC-CB49C406A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8480-F969-4B4D-BC93-17DA51188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41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3D4E-82AE-48D9-BABC-3E1C6364E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495149-C8B8-43FF-BC5F-11CDBDF41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F19B-4200-432E-B1D2-E7C5BE0055EF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972FCB-BE71-4478-B5C2-52E76A84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035BF-E231-4154-9606-59E76D69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8480-F969-4B4D-BC93-17DA51188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90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ADAF56-7903-4D39-8C90-8542DB2D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F19B-4200-432E-B1D2-E7C5BE0055EF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ECE47-BE0C-4A86-87A9-58666FCF0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C3261-8C89-4476-A141-415A452A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8480-F969-4B4D-BC93-17DA51188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38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A9685-C04C-430D-A6D2-AF95ACE1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F03EF-B927-4BAD-891E-4A6B29505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1EF78-D1AF-46DE-8B14-92BF304C3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EBE9E-A264-4F55-A632-E495996F1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F19B-4200-432E-B1D2-E7C5BE0055EF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40655-30B6-4020-A265-68F1A385D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858C1-2D01-4E7A-BB45-2A0DACAE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8480-F969-4B4D-BC93-17DA51188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575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F47B-7A00-4CFD-91E5-45E1F9844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DFDAB2-6C25-4D7C-8E1C-86E4780BB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5ACC5-025D-4367-982B-484A2EB41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4D902-9356-405D-8D0B-3FAEA8C1D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F19B-4200-432E-B1D2-E7C5BE0055EF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F8E14-357B-4C45-A1B0-ECF548AB9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7B8CD-CEB6-4F17-A39F-9383EBFE3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8480-F969-4B4D-BC93-17DA51188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384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941B-68ED-4EEA-9B3E-8581B271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4E1B8-CF4A-41DB-A8A9-B2CDAD655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310E7-919D-4C8A-8304-3EA17F2C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F19B-4200-432E-B1D2-E7C5BE0055EF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24932-E72E-48A2-B4D6-2C58DD100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12F92-30F8-49CC-8EE8-AF5B364FD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8480-F969-4B4D-BC93-17DA51188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316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472D5-0ACE-4472-A29D-96A5B77D6D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F49D0-E91C-4244-9671-5ACE7267A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EA4D-5BF3-46C7-AD1C-858063DF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F19B-4200-432E-B1D2-E7C5BE0055EF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9523C-4EF0-4188-969F-3B778C0FF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4F4A9-9E4C-47C3-AA1B-79D64E57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8480-F969-4B4D-BC93-17DA51188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34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E0F933-A920-43BB-BB9D-732217A67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70BC1-D9E5-419A-9EF3-D3A1EE3A1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EDC19-E3F2-42B4-B821-939D26787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6F19B-4200-432E-B1D2-E7C5BE0055EF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D4FA0-BC78-4304-94D8-2BB140C10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42F4C-F4D9-454F-91B8-47632C98A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68480-F969-4B4D-BC93-17DA51188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4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8170526-7CC0-45A1-9199-F256B3EB8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54EE3F-9B1B-460D-BD04-BC50873EE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82026" flipH="1">
            <a:off x="3031648" y="2889375"/>
            <a:ext cx="1146337" cy="13744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82049E-0D8D-4A28-9D55-E811DB40CA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99675">
            <a:off x="3163275" y="3361524"/>
            <a:ext cx="2714562" cy="27145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B4B2C8E-43F1-4DD2-AD77-B4D1A02C66D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99675">
            <a:off x="6945559" y="3554710"/>
            <a:ext cx="2714562" cy="22301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ADE41D-33D3-4B41-9AB1-0973D51F7FF2}"/>
              </a:ext>
            </a:extLst>
          </p:cNvPr>
          <p:cNvSpPr txBox="1"/>
          <p:nvPr/>
        </p:nvSpPr>
        <p:spPr>
          <a:xfrm>
            <a:off x="2156875" y="321733"/>
            <a:ext cx="233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EEB648-6356-4B95-A4A4-95BB35402728}"/>
              </a:ext>
            </a:extLst>
          </p:cNvPr>
          <p:cNvSpPr txBox="1"/>
          <p:nvPr/>
        </p:nvSpPr>
        <p:spPr>
          <a:xfrm>
            <a:off x="2156873" y="5858953"/>
            <a:ext cx="233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MOROCCO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2735BE-5A9C-49F4-B794-2DAC21C7A9BD}"/>
              </a:ext>
            </a:extLst>
          </p:cNvPr>
          <p:cNvSpPr txBox="1"/>
          <p:nvPr/>
        </p:nvSpPr>
        <p:spPr>
          <a:xfrm>
            <a:off x="1869009" y="4324224"/>
            <a:ext cx="1416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Strait of Gibraltar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F4B68D-7D06-4204-94CB-661DE0D262EC}"/>
              </a:ext>
            </a:extLst>
          </p:cNvPr>
          <p:cNvSpPr txBox="1"/>
          <p:nvPr/>
        </p:nvSpPr>
        <p:spPr>
          <a:xfrm>
            <a:off x="2453209" y="2745446"/>
            <a:ext cx="1416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Estepona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B9BFB1-7A3D-4A27-BCC3-B56354AA1AB3}"/>
              </a:ext>
            </a:extLst>
          </p:cNvPr>
          <p:cNvSpPr txBox="1"/>
          <p:nvPr/>
        </p:nvSpPr>
        <p:spPr>
          <a:xfrm>
            <a:off x="3760071" y="4270640"/>
            <a:ext cx="1416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0E7651-864C-464F-A6AF-06C20233F159}"/>
              </a:ext>
            </a:extLst>
          </p:cNvPr>
          <p:cNvSpPr txBox="1"/>
          <p:nvPr/>
        </p:nvSpPr>
        <p:spPr>
          <a:xfrm>
            <a:off x="7523884" y="4225259"/>
            <a:ext cx="1416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825E22-72E3-4E45-813B-F9EE9D585515}"/>
              </a:ext>
            </a:extLst>
          </p:cNvPr>
          <p:cNvSpPr txBox="1"/>
          <p:nvPr/>
        </p:nvSpPr>
        <p:spPr>
          <a:xfrm>
            <a:off x="2863258" y="3402165"/>
            <a:ext cx="141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CsCG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90B76F-AD58-4531-92B0-394C082D1980}"/>
              </a:ext>
            </a:extLst>
          </p:cNvPr>
          <p:cNvSpPr txBox="1"/>
          <p:nvPr/>
        </p:nvSpPr>
        <p:spPr>
          <a:xfrm>
            <a:off x="4420556" y="3347641"/>
            <a:ext cx="901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399323-9E9E-4E88-9AAC-3073C5EB1C36}"/>
              </a:ext>
            </a:extLst>
          </p:cNvPr>
          <p:cNvSpPr txBox="1"/>
          <p:nvPr/>
        </p:nvSpPr>
        <p:spPr>
          <a:xfrm>
            <a:off x="5463800" y="2978309"/>
            <a:ext cx="127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Zone</a:t>
            </a:r>
            <a:r>
              <a:rPr lang="es-ES" dirty="0"/>
              <a:t> 1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7F911E-806A-453E-BEFB-7B961E6AFFE5}"/>
              </a:ext>
            </a:extLst>
          </p:cNvPr>
          <p:cNvSpPr txBox="1"/>
          <p:nvPr/>
        </p:nvSpPr>
        <p:spPr>
          <a:xfrm>
            <a:off x="8792716" y="2964353"/>
            <a:ext cx="127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Zone</a:t>
            </a:r>
            <a:r>
              <a:rPr lang="es-ES" dirty="0"/>
              <a:t> 2</a:t>
            </a:r>
            <a:endParaRPr lang="en-GB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FBA5D10-B85B-48D3-8F02-EEDA065B3F4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1" t="88385" r="61526" b="5048"/>
          <a:stretch/>
        </p:blipFill>
        <p:spPr>
          <a:xfrm>
            <a:off x="2849803" y="4010118"/>
            <a:ext cx="435264" cy="21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97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D21CB-EDFA-044F-E0E4-1D69E0BFE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the island">
            <a:extLst>
              <a:ext uri="{FF2B5EF4-FFF2-40B4-BE49-F238E27FC236}">
                <a16:creationId xmlns:a16="http://schemas.microsoft.com/office/drawing/2014/main" id="{6043560E-DA32-5F31-9D04-2C95A9808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6" t="4691" r="1607" b="6666"/>
          <a:stretch/>
        </p:blipFill>
        <p:spPr>
          <a:xfrm>
            <a:off x="1285373" y="22226"/>
            <a:ext cx="10144627" cy="67119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EBA892F-6FB0-5153-A524-511EAF1B5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82026" flipH="1">
            <a:off x="3031648" y="2889375"/>
            <a:ext cx="1146337" cy="13744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A7E806-ECB6-CE57-B52B-8FC046A6E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99675">
            <a:off x="3372000" y="3659771"/>
            <a:ext cx="2484000" cy="2484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98C9721-3DF7-E622-F4F7-4CF5C4547F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99675">
            <a:off x="6977871" y="3881383"/>
            <a:ext cx="2484000" cy="20407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7B1556-45E8-B04B-23C5-975FDB7509D1}"/>
              </a:ext>
            </a:extLst>
          </p:cNvPr>
          <p:cNvSpPr txBox="1"/>
          <p:nvPr/>
        </p:nvSpPr>
        <p:spPr>
          <a:xfrm>
            <a:off x="2156875" y="321733"/>
            <a:ext cx="233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A88C4-702E-0D89-BC28-929ADF513656}"/>
              </a:ext>
            </a:extLst>
          </p:cNvPr>
          <p:cNvSpPr txBox="1"/>
          <p:nvPr/>
        </p:nvSpPr>
        <p:spPr>
          <a:xfrm>
            <a:off x="2156873" y="5858953"/>
            <a:ext cx="233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MOROCCO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72ACA8-FE16-1767-4D1E-9F99789E55D7}"/>
              </a:ext>
            </a:extLst>
          </p:cNvPr>
          <p:cNvSpPr txBox="1"/>
          <p:nvPr/>
        </p:nvSpPr>
        <p:spPr>
          <a:xfrm>
            <a:off x="1799436" y="4473309"/>
            <a:ext cx="141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Strait of Gibraltar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13749A-E18E-306E-663B-13FEF9AEF843}"/>
              </a:ext>
            </a:extLst>
          </p:cNvPr>
          <p:cNvSpPr txBox="1"/>
          <p:nvPr/>
        </p:nvSpPr>
        <p:spPr>
          <a:xfrm>
            <a:off x="2453209" y="2745446"/>
            <a:ext cx="141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Estepona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ED1433-6066-E416-281B-4B6DCDA8C138}"/>
              </a:ext>
            </a:extLst>
          </p:cNvPr>
          <p:cNvSpPr txBox="1"/>
          <p:nvPr/>
        </p:nvSpPr>
        <p:spPr>
          <a:xfrm>
            <a:off x="3874371" y="4403990"/>
            <a:ext cx="1416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9796C0-C44F-AD46-EC6A-EB9EAE5C928A}"/>
              </a:ext>
            </a:extLst>
          </p:cNvPr>
          <p:cNvSpPr txBox="1"/>
          <p:nvPr/>
        </p:nvSpPr>
        <p:spPr>
          <a:xfrm>
            <a:off x="7506105" y="4402179"/>
            <a:ext cx="1416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651A66-155C-0E0B-5657-3643C9734B88}"/>
              </a:ext>
            </a:extLst>
          </p:cNvPr>
          <p:cNvSpPr txBox="1"/>
          <p:nvPr/>
        </p:nvSpPr>
        <p:spPr>
          <a:xfrm>
            <a:off x="2863258" y="3402165"/>
            <a:ext cx="141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CsCG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1B8861-B1CE-93B4-F775-16FB99A12142}"/>
              </a:ext>
            </a:extLst>
          </p:cNvPr>
          <p:cNvSpPr txBox="1"/>
          <p:nvPr/>
        </p:nvSpPr>
        <p:spPr>
          <a:xfrm>
            <a:off x="4420556" y="3347641"/>
            <a:ext cx="901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6E67C4-439B-0163-DA55-88D7D9C99719}"/>
              </a:ext>
            </a:extLst>
          </p:cNvPr>
          <p:cNvSpPr txBox="1"/>
          <p:nvPr/>
        </p:nvSpPr>
        <p:spPr>
          <a:xfrm>
            <a:off x="5282825" y="3035459"/>
            <a:ext cx="127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Zone</a:t>
            </a:r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DCF611-CDCF-C379-13FA-D0FEB17D7F63}"/>
              </a:ext>
            </a:extLst>
          </p:cNvPr>
          <p:cNvSpPr txBox="1"/>
          <p:nvPr/>
        </p:nvSpPr>
        <p:spPr>
          <a:xfrm>
            <a:off x="8611741" y="3021503"/>
            <a:ext cx="127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Zone</a:t>
            </a:r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8B5CA0-907E-1FDC-6AE7-F8926AFCAD9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82026" flipH="1">
            <a:off x="5843092" y="3907089"/>
            <a:ext cx="1720405" cy="11706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BAEE51-D6E1-A194-3564-82DEED31CE69}"/>
              </a:ext>
            </a:extLst>
          </p:cNvPr>
          <p:cNvSpPr txBox="1"/>
          <p:nvPr/>
        </p:nvSpPr>
        <p:spPr>
          <a:xfrm>
            <a:off x="6038551" y="4298091"/>
            <a:ext cx="141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CCG</a:t>
            </a:r>
          </a:p>
        </p:txBody>
      </p:sp>
      <p:pic>
        <p:nvPicPr>
          <p:cNvPr id="31" name="Picture 30" descr="A black background with a black arrow&#10;&#10;AI-generated content may be incorrect.">
            <a:extLst>
              <a:ext uri="{FF2B5EF4-FFF2-40B4-BE49-F238E27FC236}">
                <a16:creationId xmlns:a16="http://schemas.microsoft.com/office/drawing/2014/main" id="{63483290-892F-45A8-7FDC-2EB454C71ECA}"/>
              </a:ext>
            </a:extLst>
          </p:cNvPr>
          <p:cNvPicPr>
            <a:picLocks/>
          </p:cNvPicPr>
          <p:nvPr/>
        </p:nvPicPr>
        <p:blipFill>
          <a:blip r:embed="rId5"/>
          <a:srcRect l="36149" t="42290" r="34575" b="41783"/>
          <a:stretch/>
        </p:blipFill>
        <p:spPr>
          <a:xfrm rot="21295647">
            <a:off x="2979067" y="3944873"/>
            <a:ext cx="540000" cy="360000"/>
          </a:xfrm>
          <a:prstGeom prst="rect">
            <a:avLst/>
          </a:prstGeom>
        </p:spPr>
      </p:pic>
      <p:pic>
        <p:nvPicPr>
          <p:cNvPr id="32" name="Picture 31" descr="A black background with a black arrow&#10;&#10;AI-generated content may be incorrect.">
            <a:extLst>
              <a:ext uri="{FF2B5EF4-FFF2-40B4-BE49-F238E27FC236}">
                <a16:creationId xmlns:a16="http://schemas.microsoft.com/office/drawing/2014/main" id="{C8500254-7614-CD4C-59EF-E7A261F42A77}"/>
              </a:ext>
            </a:extLst>
          </p:cNvPr>
          <p:cNvPicPr>
            <a:picLocks/>
          </p:cNvPicPr>
          <p:nvPr/>
        </p:nvPicPr>
        <p:blipFill>
          <a:blip r:embed="rId5"/>
          <a:srcRect l="36149" t="42290" r="34575" b="41783"/>
          <a:stretch/>
        </p:blipFill>
        <p:spPr>
          <a:xfrm rot="20828811">
            <a:off x="3643099" y="3787026"/>
            <a:ext cx="540000" cy="360000"/>
          </a:xfrm>
          <a:prstGeom prst="rect">
            <a:avLst/>
          </a:prstGeom>
        </p:spPr>
      </p:pic>
      <p:pic>
        <p:nvPicPr>
          <p:cNvPr id="33" name="Picture 32" descr="A black background with a black arrow&#10;&#10;AI-generated content may be incorrect.">
            <a:extLst>
              <a:ext uri="{FF2B5EF4-FFF2-40B4-BE49-F238E27FC236}">
                <a16:creationId xmlns:a16="http://schemas.microsoft.com/office/drawing/2014/main" id="{053AC4DD-12D9-5A85-E197-5A20B90D4321}"/>
              </a:ext>
            </a:extLst>
          </p:cNvPr>
          <p:cNvPicPr>
            <a:picLocks/>
          </p:cNvPicPr>
          <p:nvPr/>
        </p:nvPicPr>
        <p:blipFill>
          <a:blip r:embed="rId5"/>
          <a:srcRect l="36149" t="42290" r="34575" b="41783"/>
          <a:stretch/>
        </p:blipFill>
        <p:spPr>
          <a:xfrm>
            <a:off x="4364943" y="3643842"/>
            <a:ext cx="540000" cy="360000"/>
          </a:xfrm>
          <a:prstGeom prst="rect">
            <a:avLst/>
          </a:prstGeom>
        </p:spPr>
      </p:pic>
      <p:pic>
        <p:nvPicPr>
          <p:cNvPr id="34" name="Picture 33" descr="A black background with a black arrow&#10;&#10;AI-generated content may be incorrect.">
            <a:extLst>
              <a:ext uri="{FF2B5EF4-FFF2-40B4-BE49-F238E27FC236}">
                <a16:creationId xmlns:a16="http://schemas.microsoft.com/office/drawing/2014/main" id="{BB941F67-870D-C0EC-3E08-8667025F663B}"/>
              </a:ext>
            </a:extLst>
          </p:cNvPr>
          <p:cNvPicPr>
            <a:picLocks/>
          </p:cNvPicPr>
          <p:nvPr/>
        </p:nvPicPr>
        <p:blipFill>
          <a:blip r:embed="rId5"/>
          <a:srcRect l="36149" t="42290" r="34575" b="41783"/>
          <a:stretch/>
        </p:blipFill>
        <p:spPr>
          <a:xfrm rot="1861128">
            <a:off x="5003712" y="3813371"/>
            <a:ext cx="540000" cy="360000"/>
          </a:xfrm>
          <a:prstGeom prst="rect">
            <a:avLst/>
          </a:prstGeom>
        </p:spPr>
      </p:pic>
      <p:pic>
        <p:nvPicPr>
          <p:cNvPr id="35" name="Picture 34" descr="A black background with a black arrow&#10;&#10;AI-generated content may be incorrect.">
            <a:extLst>
              <a:ext uri="{FF2B5EF4-FFF2-40B4-BE49-F238E27FC236}">
                <a16:creationId xmlns:a16="http://schemas.microsoft.com/office/drawing/2014/main" id="{5E5F1326-586C-8D76-3187-ADF4755A3825}"/>
              </a:ext>
            </a:extLst>
          </p:cNvPr>
          <p:cNvPicPr>
            <a:picLocks/>
          </p:cNvPicPr>
          <p:nvPr/>
        </p:nvPicPr>
        <p:blipFill>
          <a:blip r:embed="rId5"/>
          <a:srcRect l="36149" t="42290" r="34575" b="41783"/>
          <a:stretch/>
        </p:blipFill>
        <p:spPr>
          <a:xfrm rot="21227817">
            <a:off x="6471252" y="4899199"/>
            <a:ext cx="540000" cy="360000"/>
          </a:xfrm>
          <a:prstGeom prst="rect">
            <a:avLst/>
          </a:prstGeom>
        </p:spPr>
      </p:pic>
      <p:pic>
        <p:nvPicPr>
          <p:cNvPr id="36" name="Picture 35" descr="A black background with a black arrow&#10;&#10;AI-generated content may be incorrect.">
            <a:extLst>
              <a:ext uri="{FF2B5EF4-FFF2-40B4-BE49-F238E27FC236}">
                <a16:creationId xmlns:a16="http://schemas.microsoft.com/office/drawing/2014/main" id="{EDB2F38A-391B-AF57-F695-3EA5F8E3D675}"/>
              </a:ext>
            </a:extLst>
          </p:cNvPr>
          <p:cNvPicPr>
            <a:picLocks/>
          </p:cNvPicPr>
          <p:nvPr/>
        </p:nvPicPr>
        <p:blipFill>
          <a:blip r:embed="rId5"/>
          <a:srcRect l="36149" t="42290" r="34575" b="41783"/>
          <a:stretch/>
        </p:blipFill>
        <p:spPr>
          <a:xfrm rot="3058624">
            <a:off x="5466038" y="4277840"/>
            <a:ext cx="540000" cy="360000"/>
          </a:xfrm>
          <a:prstGeom prst="rect">
            <a:avLst/>
          </a:prstGeom>
        </p:spPr>
      </p:pic>
      <p:pic>
        <p:nvPicPr>
          <p:cNvPr id="37" name="Picture 36" descr="A black background with a black arrow&#10;&#10;AI-generated content may be incorrect.">
            <a:extLst>
              <a:ext uri="{FF2B5EF4-FFF2-40B4-BE49-F238E27FC236}">
                <a16:creationId xmlns:a16="http://schemas.microsoft.com/office/drawing/2014/main" id="{50663C2A-000A-F9B0-CD55-242E5884F78A}"/>
              </a:ext>
            </a:extLst>
          </p:cNvPr>
          <p:cNvPicPr>
            <a:picLocks/>
          </p:cNvPicPr>
          <p:nvPr/>
        </p:nvPicPr>
        <p:blipFill>
          <a:blip r:embed="rId5"/>
          <a:srcRect l="36149" t="42290" r="34575" b="41783"/>
          <a:stretch/>
        </p:blipFill>
        <p:spPr>
          <a:xfrm rot="1970497">
            <a:off x="5887370" y="4705353"/>
            <a:ext cx="540000" cy="360000"/>
          </a:xfrm>
          <a:prstGeom prst="rect">
            <a:avLst/>
          </a:prstGeom>
        </p:spPr>
      </p:pic>
      <p:pic>
        <p:nvPicPr>
          <p:cNvPr id="38" name="Picture 37" descr="A black background with a black arrow&#10;&#10;AI-generated content may be incorrect.">
            <a:extLst>
              <a:ext uri="{FF2B5EF4-FFF2-40B4-BE49-F238E27FC236}">
                <a16:creationId xmlns:a16="http://schemas.microsoft.com/office/drawing/2014/main" id="{52E02522-A813-9B4C-AE26-2DB38FF0B419}"/>
              </a:ext>
            </a:extLst>
          </p:cNvPr>
          <p:cNvPicPr>
            <a:picLocks/>
          </p:cNvPicPr>
          <p:nvPr/>
        </p:nvPicPr>
        <p:blipFill>
          <a:blip r:embed="rId5"/>
          <a:srcRect l="36149" t="42290" r="34575" b="41783"/>
          <a:stretch/>
        </p:blipFill>
        <p:spPr>
          <a:xfrm rot="18126857">
            <a:off x="6951865" y="4556116"/>
            <a:ext cx="540000" cy="360000"/>
          </a:xfrm>
          <a:prstGeom prst="rect">
            <a:avLst/>
          </a:prstGeom>
        </p:spPr>
      </p:pic>
      <p:pic>
        <p:nvPicPr>
          <p:cNvPr id="42" name="Picture 41" descr="A black background with a black arrow&#10;&#10;AI-generated content may be incorrect.">
            <a:extLst>
              <a:ext uri="{FF2B5EF4-FFF2-40B4-BE49-F238E27FC236}">
                <a16:creationId xmlns:a16="http://schemas.microsoft.com/office/drawing/2014/main" id="{0DDFD18E-E9A3-9950-A057-A35143A5B32D}"/>
              </a:ext>
            </a:extLst>
          </p:cNvPr>
          <p:cNvPicPr>
            <a:picLocks/>
          </p:cNvPicPr>
          <p:nvPr/>
        </p:nvPicPr>
        <p:blipFill>
          <a:blip r:embed="rId5"/>
          <a:srcRect l="36149" t="42290" r="34575" b="41783"/>
          <a:stretch/>
        </p:blipFill>
        <p:spPr>
          <a:xfrm rot="18846050">
            <a:off x="7258232" y="3943946"/>
            <a:ext cx="540000" cy="360000"/>
          </a:xfrm>
          <a:prstGeom prst="rect">
            <a:avLst/>
          </a:prstGeom>
        </p:spPr>
      </p:pic>
      <p:pic>
        <p:nvPicPr>
          <p:cNvPr id="43" name="Picture 42" descr="A black background with a black arrow&#10;&#10;AI-generated content may be incorrect.">
            <a:extLst>
              <a:ext uri="{FF2B5EF4-FFF2-40B4-BE49-F238E27FC236}">
                <a16:creationId xmlns:a16="http://schemas.microsoft.com/office/drawing/2014/main" id="{85B8BD59-D510-C907-1D85-DEDC6DDD8E7E}"/>
              </a:ext>
            </a:extLst>
          </p:cNvPr>
          <p:cNvPicPr>
            <a:picLocks/>
          </p:cNvPicPr>
          <p:nvPr/>
        </p:nvPicPr>
        <p:blipFill>
          <a:blip r:embed="rId5"/>
          <a:srcRect l="36149" t="42290" r="34575" b="41783"/>
          <a:stretch/>
        </p:blipFill>
        <p:spPr>
          <a:xfrm rot="281373">
            <a:off x="7923663" y="3643842"/>
            <a:ext cx="540000" cy="360000"/>
          </a:xfrm>
          <a:prstGeom prst="rect">
            <a:avLst/>
          </a:prstGeom>
        </p:spPr>
      </p:pic>
      <p:pic>
        <p:nvPicPr>
          <p:cNvPr id="44" name="Picture 43" descr="A black background with a black arrow&#10;&#10;AI-generated content may be incorrect.">
            <a:extLst>
              <a:ext uri="{FF2B5EF4-FFF2-40B4-BE49-F238E27FC236}">
                <a16:creationId xmlns:a16="http://schemas.microsoft.com/office/drawing/2014/main" id="{07E5DA6F-52EB-890B-690B-DAEB6BB28957}"/>
              </a:ext>
            </a:extLst>
          </p:cNvPr>
          <p:cNvPicPr>
            <a:picLocks/>
          </p:cNvPicPr>
          <p:nvPr/>
        </p:nvPicPr>
        <p:blipFill>
          <a:blip r:embed="rId5"/>
          <a:srcRect l="36149" t="42290" r="34575" b="41783"/>
          <a:stretch/>
        </p:blipFill>
        <p:spPr>
          <a:xfrm rot="2078468">
            <a:off x="8660629" y="3894122"/>
            <a:ext cx="540000" cy="360000"/>
          </a:xfrm>
          <a:prstGeom prst="rect">
            <a:avLst/>
          </a:prstGeom>
        </p:spPr>
      </p:pic>
      <p:pic>
        <p:nvPicPr>
          <p:cNvPr id="45" name="Picture 44" descr="A black background with a black arrow&#10;&#10;AI-generated content may be incorrect.">
            <a:extLst>
              <a:ext uri="{FF2B5EF4-FFF2-40B4-BE49-F238E27FC236}">
                <a16:creationId xmlns:a16="http://schemas.microsoft.com/office/drawing/2014/main" id="{5F2196DA-EDF0-4EAF-B154-0CDDE52F10A2}"/>
              </a:ext>
            </a:extLst>
          </p:cNvPr>
          <p:cNvPicPr>
            <a:picLocks/>
          </p:cNvPicPr>
          <p:nvPr/>
        </p:nvPicPr>
        <p:blipFill>
          <a:blip r:embed="rId5"/>
          <a:srcRect l="36149" t="42290" r="34575" b="41783"/>
          <a:stretch/>
        </p:blipFill>
        <p:spPr>
          <a:xfrm rot="766663">
            <a:off x="9332609" y="4222178"/>
            <a:ext cx="5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2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1410B8-FF7F-4671-9BE0-17A7C8FFC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00" y="0"/>
            <a:ext cx="10009378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8EF898-0F48-4870-8786-C991193086B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82026" flipH="1">
            <a:off x="5653954" y="3907089"/>
            <a:ext cx="1720405" cy="117064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F4359F8-0211-471B-A6B2-BAE03D5CA965}"/>
              </a:ext>
            </a:extLst>
          </p:cNvPr>
          <p:cNvSpPr txBox="1"/>
          <p:nvPr/>
        </p:nvSpPr>
        <p:spPr>
          <a:xfrm>
            <a:off x="5800426" y="4298091"/>
            <a:ext cx="141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CCG</a:t>
            </a:r>
          </a:p>
        </p:txBody>
      </p:sp>
    </p:spTree>
    <p:extLst>
      <p:ext uri="{BB962C8B-B14F-4D97-AF65-F5344CB8AC3E}">
        <p14:creationId xmlns:p14="http://schemas.microsoft.com/office/powerpoint/2010/main" val="214546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30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Iria Sala Martinez</dc:creator>
  <cp:lastModifiedBy>SALA Iria (JRC-ISPRA)</cp:lastModifiedBy>
  <cp:revision>37</cp:revision>
  <dcterms:created xsi:type="dcterms:W3CDTF">2025-07-28T13:52:01Z</dcterms:created>
  <dcterms:modified xsi:type="dcterms:W3CDTF">2025-12-16T17:04:49Z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d9ddd1-4d20-43f6-abfa-fc3c07406f94_Enabled">
    <vt:lpwstr>true</vt:lpwstr>
  </property>
  <property fmtid="{D5CDD505-2E9C-101B-9397-08002B2CF9AE}" pid="3" name="MSIP_Label_6bd9ddd1-4d20-43f6-abfa-fc3c07406f94_SetDate">
    <vt:lpwstr>2025-12-16T16:08:55Z</vt:lpwstr>
  </property>
  <property fmtid="{D5CDD505-2E9C-101B-9397-08002B2CF9AE}" pid="4" name="MSIP_Label_6bd9ddd1-4d20-43f6-abfa-fc3c07406f94_Method">
    <vt:lpwstr>Standard</vt:lpwstr>
  </property>
  <property fmtid="{D5CDD505-2E9C-101B-9397-08002B2CF9AE}" pid="5" name="MSIP_Label_6bd9ddd1-4d20-43f6-abfa-fc3c07406f94_Name">
    <vt:lpwstr>Commission Use</vt:lpwstr>
  </property>
  <property fmtid="{D5CDD505-2E9C-101B-9397-08002B2CF9AE}" pid="6" name="MSIP_Label_6bd9ddd1-4d20-43f6-abfa-fc3c07406f94_SiteId">
    <vt:lpwstr>b24c8b06-522c-46fe-9080-70926f8dddb1</vt:lpwstr>
  </property>
  <property fmtid="{D5CDD505-2E9C-101B-9397-08002B2CF9AE}" pid="7" name="MSIP_Label_6bd9ddd1-4d20-43f6-abfa-fc3c07406f94_ActionId">
    <vt:lpwstr>5cf34e49-bd49-4ab6-9683-c299a0c17c50</vt:lpwstr>
  </property>
  <property fmtid="{D5CDD505-2E9C-101B-9397-08002B2CF9AE}" pid="8" name="MSIP_Label_6bd9ddd1-4d20-43f6-abfa-fc3c07406f94_ContentBits">
    <vt:lpwstr>0</vt:lpwstr>
  </property>
  <property fmtid="{D5CDD505-2E9C-101B-9397-08002B2CF9AE}" pid="9" name="MSIP_Label_6bd9ddd1-4d20-43f6-abfa-fc3c07406f94_Tag">
    <vt:lpwstr>10, 3, 0, 1</vt:lpwstr>
  </property>
</Properties>
</file>